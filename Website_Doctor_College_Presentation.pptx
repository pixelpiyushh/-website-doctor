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5912" cy="5303520"/>
          </a:xfrm>
          <a:prstGeom prst="roundRect">
            <a:avLst>
              <a:gd name="adj" fmla="val 3448"/>
            </a:avLst>
          </a:prstGeom>
          <a:solidFill>
            <a:srgbClr val="151D2E"/>
          </a:solidFill>
          <a:ln w="19050">
            <a:solidFill>
              <a:srgbClr val="2430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731520"/>
            <a:ext cx="137160" cy="530352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18872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MINI PROJECT  • 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Doctor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280160" y="2651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Real-Time Website Monitoring &amp; Health Analysis Platform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3200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“Your Website’s Dedicated Digital Doctor”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80160" y="379476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 ONLINE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82112" y="379476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82112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 / 100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84064" y="379476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84064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84064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243 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86016" y="379476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6016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SSL SECURITY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86016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TLS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87968" y="379476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87968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87968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 ACTIVE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280160" y="4846320"/>
            <a:ext cx="9601200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4892040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Piyush Raj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(Student / Project Lead)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 Science &amp; Engineering  |  College Project Presentation &amp; Viva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to Website Doctor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modern websites need proactive clinical diagnosis rather than reactive fixes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Doctor — AI-Powered Website Health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6446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Piyush Raj | Mini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0" y="6446520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10312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103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Websites Suffer From Silent Issues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4688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Websites frequently experience unexpected downtime, sudden latency spikes, expired SSL certificates, and security misconfigurations without immediate owner awareness.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33756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47472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474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020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Digital Doctor Metaphor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8404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 as a medical doctor conducts routine health checkups to identify hidden illnesses early, Website Doctor runs continuous clinical diagnostic probes on target websites.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70916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84632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46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00200" y="4846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Health Intelligence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52120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the need for multiple fragmented tools by aggregating uptime, response time, SSL integrity, security headers, and SEO into one unified, real-time dashboard.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1965960"/>
            <a:ext cx="5239512" cy="4160520"/>
          </a:xfrm>
          <a:prstGeom prst="roundRect">
            <a:avLst>
              <a:gd name="adj" fmla="val 3297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148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DIAGNOSTIC LIFECYCLE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2560320"/>
            <a:ext cx="4690872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2724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26700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Website URL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0" y="29077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domain submitted (e.g., https://example.com)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92240" y="3429000"/>
            <a:ext cx="4690872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3593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32320" y="3538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 Probing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32320" y="3776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High-precision HTTP, TLS socket &amp; DNS health checks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4297680"/>
            <a:ext cx="4690872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4462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32320" y="44074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Diagnosis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132320" y="46451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Synthesizes transparent 0-100 Score &amp; Clinical Advice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92240" y="5166360"/>
            <a:ext cx="4690872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5330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132320" y="52760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 &amp; Alerts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132320" y="55138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visibility with real-time SSE telemetry updates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MOTIVATION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critical operational and technical challenges faced by website owners and developers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Doctor — AI-Powered Website Health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6446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Piyush Raj | Mini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0" y="6446520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14884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148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DOWNTIME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Unannounced Website Outages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56032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Websites can crash unexpectedly due to server faults or traffic surges.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Downtime directly causes lost customers, ruined revenue, and damaged reputation.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Owners often discover downtime only after users complain on social media.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45352" y="19659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3952" y="214884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2148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57032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Silent Latency Degradation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73952" y="256032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 slow website (high TTFB) leads to massive user drop-off rates.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Search engines penalize slow-loading pages in SEO search rankings.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Without continuous metrics, intermittent performance bottlenecks stay invisible.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2062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38912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389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SSL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0" y="4389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SSL Expiry &amp; Vulnerabilities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80060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Expired SSL certificates trigger frightening browser security warnings.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Missing security headers (HSTS, CSP) leave visitors vulnerable to attacks.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Manual certificate expiry calendar reminders are frequently forgotten.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45352" y="42062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73952" y="438912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4389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FRAGMENTATION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57032" y="4389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&amp; Expensive Tools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73952" y="480060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Developers currently use 4 to 5 separate tools for DNS, ping, SSL, and SEO.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Commercial monitoring platforms are overly complex and expensive for small projects.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Lack of a single centralized health dashboard that anyone can understand.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Solution: Website Doctor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all-in-one digital physician providing automated, continuous website diagnostics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Doctor — AI-Powered Website Health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6446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Piyush Raj | Mini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0" y="6446520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1031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Single-Click Clinical Diagnosis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2377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enters any publicly accessible website URL. Within seconds, Website Doctor audits HTTP response, SSL certificates, security headers, and SEO indicators.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246120"/>
            <a:ext cx="502920" cy="5029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54480" y="3154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Continuous Monitoring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34290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dedicated background worker continuously checks active websites every 15 to 60 seconds without requiring any manual intervention from the owner.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069080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297680"/>
            <a:ext cx="502920" cy="5029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54480" y="4206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0–100 Health Score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4480" y="44805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Calculates an intuitive, un-blackboxed clinical score (0 to 100) based on availability, speed, security, and technical hygiene so non-technical owners understand health.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5120640"/>
            <a:ext cx="5669280" cy="960120"/>
          </a:xfrm>
          <a:prstGeom prst="roundRect">
            <a:avLst>
              <a:gd name="adj" fmla="val 9524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5349240"/>
            <a:ext cx="502920" cy="5029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54480" y="5257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Telemetry Stream (SSE)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54480" y="55321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Leverages Server-Sent Events to push live latency and status updates directly to connected dashboards without refreshing the browser.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0" y="1965960"/>
            <a:ext cx="4782312" cy="4160520"/>
          </a:xfrm>
          <a:prstGeom prst="roundRect">
            <a:avLst>
              <a:gd name="adj" fmla="val 3297"/>
            </a:avLst>
          </a:prstGeom>
          <a:solidFill>
            <a:srgbClr val="151D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2148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DATA FLOW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49440" y="2560320"/>
            <a:ext cx="4233672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26700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43800" y="26334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/ Admin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43800" y="28529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Enters website URL into dashboard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49440" y="3246120"/>
            <a:ext cx="4233672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86600" y="3355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43800" y="33192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SSRF Guard &amp; Prober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43800" y="35387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safety, resolves DNS, measures TTFB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49440" y="3931920"/>
            <a:ext cx="4233672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86600" y="4041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43800" y="40050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Multi-Point Auditing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43800" y="42245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Inspects TLS cert, response headers &amp; page links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49440" y="4617720"/>
            <a:ext cx="4233672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86600" y="4727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543800" y="46908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 Engine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543800" y="49103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Computes Health Score &amp; generates clinical fixes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49440" y="5303520"/>
            <a:ext cx="4233672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86600" y="54132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543800" y="53766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543800" y="55961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Displays interactive charts, timeline &amp; vitals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PROJECT SCOPE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Project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primary technical and functional goals achieved in the development of Website Doctor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Doctor — AI-Powered Website Health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6446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Piyush Raj | Mini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0" y="6446520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194560"/>
            <a:ext cx="59436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1945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6517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Availability Monitoring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2004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 whether target websites are ONLINE, DEGRADED, or DOWN with zero manual polling overhead.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79976" y="196596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2194560"/>
            <a:ext cx="59436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21945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08576" y="26517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High-Precision Latency Tracking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08576" y="32004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 Time-To-First-Byte (TTFB), DNS lookup duration, TLS handshake, and overall response time in ms.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28432" y="196596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57032" y="2194560"/>
            <a:ext cx="59436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57032" y="21945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57032" y="26517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&amp; Server Status Auditing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57032" y="32004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HTTP status codes (200, 301, 404, 500, 504), compression encoding (gzip/br), and server headers.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20624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4434840"/>
            <a:ext cx="59436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4348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8920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SSL / TLS Certificate Inspection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54406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TLS certificate expiration countdown, issuer authority (e.g. Let's Encrypt), and HTTPS redirect.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79976" y="420624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08576" y="4434840"/>
            <a:ext cx="59436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08576" y="44348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08576" y="48920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Intuitive 0–100 Health Score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08576" y="54406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a weighted, transparent grading algorithm that gives an immediate clinical health assessment.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420624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57032" y="4434840"/>
            <a:ext cx="59436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57032" y="44348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57032" y="48920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Streaming Dashboard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257032" y="54406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live health metric events directly to the client browser using Server-Sent Events (SSE).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PLATFORM FEATURES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 of Website Doctor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Engineered to provide a comprehensive, multi-layer diagnosis for any web application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Doctor — AI-Powered Website Health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6446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Piyush Raj | Mini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0" y="6446520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10725912" cy="1371600"/>
          </a:xfrm>
          <a:prstGeom prst="roundRect">
            <a:avLst>
              <a:gd name="adj" fmla="val 10000"/>
            </a:avLst>
          </a:prstGeom>
          <a:solidFill>
            <a:srgbClr val="1323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148840"/>
            <a:ext cx="2377440" cy="292608"/>
          </a:xfrm>
          <a:prstGeom prst="roundRect">
            <a:avLst>
              <a:gd name="adj" fmla="val 46875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1488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FLAGSHIP FEATURE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5146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Website Monitoring &amp; Live SSE Streaming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880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continuous background worker schedules periodic probes (15s–60s) and broadcasts instant availability changes to dashboards via Server-Sent Events (SSE). No browser refresh needed.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56616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79476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794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4160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&amp; TTFB Analytics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70916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High-precision microsecond timers measuring DNS lookup, TCP connect, TTFB, and response duration with P95 metrics.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47288" y="356616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30168" y="379476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0168" y="3794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30168" y="4160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SSL / TLS Deep Inspector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30168" y="470916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certificate chains, days-to-expiry countdown, issuer credibility (e.g. Let's Encrypt), and HTTPS redirects.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63056" y="356616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5936" y="379476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3794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45936" y="4160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Health Score (0–100)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45936" y="470916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formula grading Availability (30pts), Performance (20pts), Security (20pts), SEO (15pts), and Code Health (15pts).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878824" y="356616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61704" y="379476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61704" y="3794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SEO &amp; HYGIENE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061704" y="4160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Broken Links &amp; SEO Audit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061704" y="470916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crawler checks internal &amp; external links for 404/500 errors, audits meta descriptions, open graph, and sitemaps.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06. EXECUTION 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Website Doctor Works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technical pipeline from user URL input to live diagnostic reporting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Doctor — AI-Powered Website Health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6446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Piyush Raj | Mini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0" y="6446520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130552"/>
            <a:ext cx="777240" cy="237744"/>
          </a:xfrm>
          <a:prstGeom prst="roundRect">
            <a:avLst>
              <a:gd name="adj" fmla="val 3076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13055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213055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Input &amp; 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468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submits URL; SSRF Guard checks protocol and blocks internal/private IPs.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79976" y="196596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2130552"/>
            <a:ext cx="777240" cy="237744"/>
          </a:xfrm>
          <a:prstGeom prst="roundRect">
            <a:avLst>
              <a:gd name="adj" fmla="val 3076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2856" y="213055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31536" y="213055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Resolution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62856" y="2468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Queries A, AAAA, MX, and CNAME records to verify domain infrastructure.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28432" y="196596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1312" y="2130552"/>
            <a:ext cx="777240" cy="237744"/>
          </a:xfrm>
          <a:prstGeom prst="roundRect">
            <a:avLst>
              <a:gd name="adj" fmla="val 3076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1312" y="213055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79992" y="213055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Latency Prober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11312" y="2468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high-precision DNS lookup, TCP handshake, and TTFB latency.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342900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3593592"/>
            <a:ext cx="777240" cy="237744"/>
          </a:xfrm>
          <a:prstGeom prst="roundRect">
            <a:avLst>
              <a:gd name="adj" fmla="val 3076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59359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83080" y="35935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TLS Socket Inspection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9319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 secure TLS socket to extract certificate validity, issuer, and cipher.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79976" y="342900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62856" y="3593592"/>
            <a:ext cx="777240" cy="237744"/>
          </a:xfrm>
          <a:prstGeom prst="roundRect">
            <a:avLst>
              <a:gd name="adj" fmla="val 3076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62856" y="359359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31536" y="35935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Headers Audit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62856" y="39319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HSTS, CSP, X-Frame-Options, Referrer-Policy, and content security.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28432" y="342900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11312" y="3593592"/>
            <a:ext cx="777240" cy="237744"/>
          </a:xfrm>
          <a:prstGeom prst="roundRect">
            <a:avLst>
              <a:gd name="adj" fmla="val 3076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11312" y="359359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079992" y="35935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Crawler &amp; SEO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11312" y="39319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Crawls page hyperlinks to detect broken URLs and verifies SEO meta tags.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" y="489204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" y="5056632"/>
            <a:ext cx="777240" cy="237744"/>
          </a:xfrm>
          <a:prstGeom prst="roundRect">
            <a:avLst>
              <a:gd name="adj" fmla="val 3076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505663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783080" y="505663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Calculation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4400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Aggregates test results into transparent 0–100 clinical score with grades.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379976" y="489204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62856" y="5056632"/>
            <a:ext cx="777240" cy="237744"/>
          </a:xfrm>
          <a:prstGeom prst="roundRect">
            <a:avLst>
              <a:gd name="adj" fmla="val 3076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62856" y="505663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31536" y="505663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Presentation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62856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Renders results on responsive UI with interactive SVG area and timeline charts.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028432" y="489204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11312" y="5056632"/>
            <a:ext cx="777240" cy="237744"/>
          </a:xfrm>
          <a:prstGeom prst="roundRect">
            <a:avLst>
              <a:gd name="adj" fmla="val 3076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11312" y="505663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9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079992" y="505663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Worker Loop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211312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Schedules background re-checks every 15s; broadcasts updates over SSE.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07. SYSTEM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Data 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Modular, scalable full-stack architecture with decoupled frontend and background monitoring service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Doctor — AI-Powered Website Health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6446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Piyush Raj | Mini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0" y="6446520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6583680" cy="1097280"/>
          </a:xfrm>
          <a:prstGeom prst="roundRect">
            <a:avLst>
              <a:gd name="adj" fmla="val 10000"/>
            </a:avLst>
          </a:prstGeom>
          <a:solidFill>
            <a:srgbClr val="151D2E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075688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/ FRONTEND TIER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35000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React 18 + Vite SPA    • Vanilla CSS Design System    • Server-Sent Events Client    • Interactive SVG Telemetry Charts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6583680" cy="1097280"/>
          </a:xfrm>
          <a:prstGeom prst="roundRect">
            <a:avLst>
              <a:gd name="adj" fmla="val 10000"/>
            </a:avLst>
          </a:prstGeom>
          <a:solidFill>
            <a:srgbClr val="151D2E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310128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 &amp; ROUTING TIER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58444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Express.js RESTful API Endpoints    • CORS &amp; Security Middleware    • Real-time SSE Event Hub (/api/events)    • Input Sanitization &amp; Error Handler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434840"/>
            <a:ext cx="6583680" cy="1097280"/>
          </a:xfrm>
          <a:prstGeom prst="roundRect">
            <a:avLst>
              <a:gd name="adj" fmla="val 10000"/>
            </a:avLst>
          </a:prstGeom>
          <a:solidFill>
            <a:srgbClr val="151D2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544568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DIAGNOSTIC &amp; MONITORING ENGINE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81888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SSRF Security Guard    • HTTP Network Prober    • TLS Certificate Inspector    • Continuous Worker Loop    • Health Score Synthesizer (0-100)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89520" y="1965960"/>
            <a:ext cx="3867912" cy="2331720"/>
          </a:xfrm>
          <a:prstGeom prst="roundRect">
            <a:avLst>
              <a:gd name="adj" fmla="val 4706"/>
            </a:avLst>
          </a:prstGeom>
          <a:solidFill>
            <a:srgbClr val="151D2E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21488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 TIER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18120" y="24688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Database Engine: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Native Embedded SQLite (&lt;15MB RAM)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PostgreSQL Compatible via DATABASE_URL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 Stored: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monitors, monitor_checks, incidents,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alert_rules, broken_links, seo_checks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4434840"/>
            <a:ext cx="3867912" cy="1691640"/>
          </a:xfrm>
          <a:prstGeom prst="roundRect">
            <a:avLst>
              <a:gd name="adj" fmla="val 6486"/>
            </a:avLst>
          </a:prstGeom>
          <a:solidFill>
            <a:srgbClr val="151D2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4617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TARGETS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18120" y="493776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Websites &amp; APIs (HTTP/HTTPS)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DNS Servers (A, AAAA, MX, CNAME)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TLS Handshake &amp; Certificate Authorities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Target Web Application Servers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08. TECH STACK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Technologies &amp; Libraries Used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Production-ready modern technology stack powering frontend, backend, and deployment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Doctor — AI-Powered Website Health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6446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Piyush Raj | Mini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0" y="6446520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2560320" cy="4160520"/>
          </a:xfrm>
          <a:prstGeom prst="roundRect">
            <a:avLst>
              <a:gd name="adj" fmla="val 4286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14884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1488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STACK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560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7797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Component-based UI architecture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32186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43814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Ultra-fast Next-Gen frontend build tool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387705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09651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type safety &amp; data contracts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4400" y="453542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Vanilla CSS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7548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Zero-framework custom obsidian design system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51937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Lucide Icons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54132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vector icons for medical/tech UI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47288" y="1965960"/>
            <a:ext cx="2560320" cy="4160520"/>
          </a:xfrm>
          <a:prstGeom prst="roundRect">
            <a:avLst>
              <a:gd name="adj" fmla="val 4286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30168" y="214884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21488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STACK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30168" y="2560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(v24)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30168" y="27797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Asynchronous event-driven runtime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30168" y="32186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Express.js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30168" y="343814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Minimalist RESTful API web framework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30168" y="387705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TLS/Sockets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30168" y="409651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socket inspection for SSL certificates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30168" y="453542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Cheerio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30168" y="47548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HTML parsing for SEO &amp; links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30168" y="51937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SSRF Guard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30168" y="54132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loopback &amp; private IP firewall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63056" y="1965960"/>
            <a:ext cx="2560320" cy="4160520"/>
          </a:xfrm>
          <a:prstGeom prst="roundRect">
            <a:avLst>
              <a:gd name="adj" fmla="val 4286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5936" y="214884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21488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&amp; DATA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45936" y="2560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SQLite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45936" y="27797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Ultra-lightweight embedded DB (&lt;15MB RAM)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45936" y="32186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Pool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45936" y="343814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PostgreSQL compatibility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45936" y="387705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Time-Series Schema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45936" y="409651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Indexed historical probe telemetry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45936" y="453542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Storage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45936" y="47548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Flexible storage for headers &amp; issue trees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45936" y="51937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Engine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45936" y="54132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Pre-seeded realistic demonstration data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878824" y="1965960"/>
            <a:ext cx="2560320" cy="4160520"/>
          </a:xfrm>
          <a:prstGeom prst="roundRect">
            <a:avLst>
              <a:gd name="adj" fmla="val 4286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61704" y="214884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61704" y="21488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&amp; CLOUD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061704" y="2560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061704" y="27797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Edge CDN hosting React frontend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061704" y="32186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 Cloud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061704" y="343814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 background worker &amp; Express API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061704" y="387705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061704" y="409651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source control &amp; deployment trigger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061704" y="453542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Server-Sent Events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061704" y="47548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Persistent real-time telemetry stream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061704" y="51937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/ Let's Encrypt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061704" y="54132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SSL &amp; automated certificates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09. USER INTERFACE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Clinical Health UI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Modern, high-contrast dark SaaS dashboard delivering instant website health comprehension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Doctor — AI-Powered Website Health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6446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Piyush Raj | Mini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0" y="6446520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6583680" cy="4160520"/>
          </a:xfrm>
          <a:prstGeom prst="roundRect">
            <a:avLst>
              <a:gd name="adj" fmla="val 3297"/>
            </a:avLst>
          </a:prstGeom>
          <a:solidFill>
            <a:srgbClr val="0A0E1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148840"/>
            <a:ext cx="621792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240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 https://demo-store.example.com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2240280"/>
            <a:ext cx="1828800" cy="292608"/>
          </a:xfrm>
          <a:prstGeom prst="roundRect">
            <a:avLst>
              <a:gd name="adj" fmla="val 46875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2402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 200 OK (ONLINE)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88720" y="2926080"/>
            <a:ext cx="1645920" cy="1645920"/>
          </a:xfrm>
          <a:prstGeom prst="ellipse">
            <a:avLst/>
          </a:prstGeom>
          <a:solidFill>
            <a:srgbClr val="1E293B"/>
          </a:solidFill>
          <a:ln w="508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32004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18872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0896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/ 30 pts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&amp; TTFB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20 pts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243ms (Fast)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0896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TLS Headers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20 pts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Cert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0896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SEO Health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4114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15 pts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4114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 Valid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08960" y="4526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&amp; Broken Links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4526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15 pts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4526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Broken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4400" y="502920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12064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 Time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53949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243 ms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487168" y="502920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87168" y="512064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Rolling Uptime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87168" y="53949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99.98%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059936" y="502920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59936" y="512064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SSL Certificate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059936" y="53949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 Days Left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32704" y="502920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32704" y="512064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Stream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32704" y="53949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SSE Connected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589520" y="1965960"/>
            <a:ext cx="3867912" cy="4160520"/>
          </a:xfrm>
          <a:prstGeom prst="roundRect">
            <a:avLst>
              <a:gd name="adj" fmla="val 3546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1812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/ UX PRINCIPLES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818120" y="2606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High-Contrast Dark Aesthetic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46720" y="28620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Obsidian styling reduces eye strain and highlights critical alert states on classroom projectors.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818120" y="3474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Color-Coded Status Tokens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046720" y="373075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 Green (Online), 🟡 Amber (Degraded/High Latency), 🔴 Red (Downtime/Outage).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818120" y="4343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At-A-Glance Vitals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46720" y="459943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indicators visible within 2 seconds without scrolling or digging through menus.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818120" y="5212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Responsive Layouts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046720" y="546811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Optimized for laptops, desktops, and mobile devices via CSS Flexbox and Grid.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CORE CAPABILITY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Monitoring in Action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automated background worker tracks website health state transitions over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Doctor — AI-Powered Website Health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6446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Piyush Raj | Mini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0" y="6446520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5669280" cy="4160520"/>
          </a:xfrm>
          <a:prstGeom prst="roundRect">
            <a:avLst>
              <a:gd name="adj" fmla="val 3297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CHRONOLOGICAL INCIDENT TIMELINE EXAMPLE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256032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670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10:00 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26700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 ONLINE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website nominal (HTTP 200 OK)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5840" y="315468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2644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10:05 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57400" y="32644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 ONLINE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3264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health checks passing cleanly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05840" y="374904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3858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10:10 AM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57400" y="3858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🟡 DEGRADED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3858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warning threshold exceeded (&gt;900ms)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05840" y="43434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10:15 AM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57400" y="44531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DOWN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46120" y="4453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504 Gateway Timeout; Outage incident opened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05840" y="49377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5047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10:20 AM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57400" y="50474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DOWN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46120" y="5047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Consecutive failure #2; Critical alert dispatched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05840" y="553212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56418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10:25 AM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057400" y="56418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 RECOVERED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46120" y="5641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restored (200 OK); Incident auto-resolved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75120" y="1965960"/>
            <a:ext cx="4782312" cy="4160520"/>
          </a:xfrm>
          <a:prstGeom prst="roundRect">
            <a:avLst>
              <a:gd name="adj" fmla="val 3297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2148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REAL-TIME TELEMETRY WORKS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49440" y="2560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Autonomous Worker Loop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78040" y="281635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Node.js background timer wakes up every 15 seconds, queries all active monitors from the database, and schedules parallel asynchronous network probes.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9440" y="3429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Three-State Health Finite State Machine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78040" y="368503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Monitors transition smoothly between 🟢 Operational, 🟡 Degraded (latency &gt;900ms), and 🔴 Down (HTTP 5xx, socket timeout, connection refused).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49440" y="4297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Server-Sent Events (SSE) Stream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78040" y="455371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probe results arrive, the server pushes JSON event payloads directly to connected browser dashboards via a persistent HTTP streaming connection (/api/events).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49440" y="5166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Automatic Incident Lifecycle Management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178040" y="542239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are automatically opened upon consecutive probe failures and automatically closed when the website returns to normal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PRACTICAL 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Can Use Website Doctor?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Practical use cases across developers, business owners, startups, and academic students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Doctor — AI-Powered Website Health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6446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Piyush Raj | Mini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0" y="6446520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14884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148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60120" y="25603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Developers &amp; Freelancers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108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staging &amp; production deployments immediately before handing over deliverables to clients.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79976" y="196596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214884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2148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08576" y="25603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 &amp; Website Owners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08576" y="3108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checkout pages and storefronts stay online 24/7 to prevent revenue loss from unannounced outages.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28432" y="196596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57032" y="214884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57032" y="2148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STARTUPS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57032" y="25603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Founders &amp; Startups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57032" y="3108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 high customer trust and meet 99.9% uptime Service Level Agreements (SLAs).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420624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438912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389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0120" y="48006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&amp; IT System Admins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53492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SSL certificate expiration dates and security headers without manual calendar tracking.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79976" y="420624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08576" y="438912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08576" y="4389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08576" y="48006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Marketers &amp; SEO Leads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08576" y="53492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broken links (404 errors), missing meta tags, and high TTFB latency that hurt Google rankings.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28432" y="420624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57032" y="438912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57032" y="4389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57032" y="48006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 Science Students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57032" y="53492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how real-world network probes, TLS socket handshakes, SSRF firewalls, and SSE streams work.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6576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PROJECT VALUE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Advantages &amp; Future Roadmap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Comparing current implemented advantages with upcoming extensions and future enhancements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446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Doctor — AI-Powered Website Health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6446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Piyush Raj | Mini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0" y="6446520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5212080" cy="4160520"/>
          </a:xfrm>
          <a:prstGeom prst="roundRect">
            <a:avLst>
              <a:gd name="adj" fmla="val 3297"/>
            </a:avLst>
          </a:prstGeom>
          <a:solidFill>
            <a:srgbClr val="151D2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148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ADVANTAGES (IMPLEMENTED)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5603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All-In-One Unified Tool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279806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4+ fragmented tools for DNS, SSL, latency, headers, and broken links.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05840" y="32461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Zero-Bloat Lightweight Architecture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348386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native Node.js SQLite (&lt;15MB RAM), booting in 0.5s without crashing free cloud tiers.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05840" y="39319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Transparent Health Scoring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25880" y="416966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black-box mystery numbers; clear 5-category breakdown totaling 100 points.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05840" y="46177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Enterprise SSRF Security Guard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25880" y="485546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Strictly blocks loopbacks (127.0.0.1), private subnets, and AWS/GCP cloud metadata IPs.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05840" y="53035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Real-Time Telemetry Streaming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554126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visibility via Server-Sent Events (SSE) without manual page refreshing.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1965960"/>
            <a:ext cx="5239512" cy="4160520"/>
          </a:xfrm>
          <a:prstGeom prst="roundRect">
            <a:avLst>
              <a:gd name="adj" fmla="val 3297"/>
            </a:avLst>
          </a:prstGeom>
          <a:solidFill>
            <a:srgbClr val="151D2E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148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 &amp; ROADMAP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25603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Multi-Channel Alert Dispatching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2280" y="279806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notifications via Email (SMTP), Telegram bots, Slack, and Discord webhooks.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92240" y="32461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Multi-Region Distributed Probing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348386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and uptime comparisons across global nodes (North America, Europe, Asia).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92240" y="39319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Core Web Vitals Integration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12280" y="416966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audits of Largest Contentful Paint (LCP), Cumulative Layout Shift (CLS), and INP.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46177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Public Status Pages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485546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Shareable public status badges and branded status pages for users and clients.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92240" y="53035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Automated AI Remediation Playbooks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12280" y="554126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Generating automated Nginx, Apache, and Cloudflare configuration snippets.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69164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0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Doctor — AI-Powered Website Health Platform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6446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Piyush Raj | Mini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0" y="6446520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731520"/>
            <a:ext cx="9445752" cy="5303520"/>
          </a:xfrm>
          <a:prstGeom prst="roundRect">
            <a:avLst>
              <a:gd name="adj" fmla="val 3448"/>
            </a:avLst>
          </a:prstGeom>
          <a:solidFill>
            <a:srgbClr val="151D2E"/>
          </a:solidFill>
          <a:ln w="19050">
            <a:solidFill>
              <a:srgbClr val="2430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61104" y="10972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61104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CONCLUSION &amp; VIVA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164592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828800" y="2560320"/>
            <a:ext cx="8531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Doctor is successfully deployed and running live on the cloud.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011680" y="3108960"/>
            <a:ext cx="8165592" cy="10972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3200400"/>
            <a:ext cx="7799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“Website Doctor provides a simple, unified way to monitor and understand website health in real time. It combines availability, latency, HTTPS/SSL, and health indicators into one accessible dashboard — diagnosing issues before users do.”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4389120"/>
            <a:ext cx="8531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Piyush Raj  •  Department of Computer Science &amp; Engineering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475488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 Welcomed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2026-09-09T19:50:55Z</dcterms:created>
  <dcterms:modified xsi:type="dcterms:W3CDTF">2026-09-09T19:50:55Z</dcterms:modified>
</cp:coreProperties>
</file>