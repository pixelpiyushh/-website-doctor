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828800" cy="914400"/>
          </a:xfrm>
          <a:prstGeom prst="roundRect">
            <a:avLst/>
          </a:prstGeom>
          <a:noFill/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2026-09-09T19:50:32Z</dcterms:created>
  <dcterms:modified xsi:type="dcterms:W3CDTF">2026-09-09T19:50:32Z</dcterms:modified>
</cp:coreProperties>
</file>